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92469"/>
          </a:xfrm>
          <a:custGeom>
            <a:avLst/>
            <a:gdLst/>
            <a:ahLst/>
            <a:cxnLst/>
            <a:rect r="r" b="b" t="t" l="l"/>
            <a:pathLst>
              <a:path h="10292469" w="18288000">
                <a:moveTo>
                  <a:pt x="0" y="0"/>
                </a:moveTo>
                <a:lnTo>
                  <a:pt x="18288000" y="0"/>
                </a:lnTo>
                <a:lnTo>
                  <a:pt x="18288000" y="10292469"/>
                </a:lnTo>
                <a:lnTo>
                  <a:pt x="0" y="10292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78283" cy="10287000"/>
          </a:xfrm>
          <a:custGeom>
            <a:avLst/>
            <a:gdLst/>
            <a:ahLst/>
            <a:cxnLst/>
            <a:rect r="r" b="b" t="t" l="l"/>
            <a:pathLst>
              <a:path h="10287000" w="18278283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78283" cy="10287000"/>
          </a:xfrm>
          <a:custGeom>
            <a:avLst/>
            <a:gdLst/>
            <a:ahLst/>
            <a:cxnLst/>
            <a:rect r="r" b="b" t="t" l="l"/>
            <a:pathLst>
              <a:path h="10287000" w="18278283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56419" cy="10287000"/>
          </a:xfrm>
          <a:custGeom>
            <a:avLst/>
            <a:gdLst/>
            <a:ahLst/>
            <a:cxnLst/>
            <a:rect r="r" b="b" t="t" l="l"/>
            <a:pathLst>
              <a:path h="10287000" w="18256419">
                <a:moveTo>
                  <a:pt x="0" y="0"/>
                </a:moveTo>
                <a:lnTo>
                  <a:pt x="18256419" y="0"/>
                </a:lnTo>
                <a:lnTo>
                  <a:pt x="1825641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67351" cy="10287000"/>
          </a:xfrm>
          <a:custGeom>
            <a:avLst/>
            <a:gdLst/>
            <a:ahLst/>
            <a:cxnLst/>
            <a:rect r="r" b="b" t="t" l="l"/>
            <a:pathLst>
              <a:path h="10287000" w="18267351">
                <a:moveTo>
                  <a:pt x="0" y="0"/>
                </a:moveTo>
                <a:lnTo>
                  <a:pt x="18267351" y="0"/>
                </a:lnTo>
                <a:lnTo>
                  <a:pt x="1826735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78283" cy="10287000"/>
          </a:xfrm>
          <a:custGeom>
            <a:avLst/>
            <a:gdLst/>
            <a:ahLst/>
            <a:cxnLst/>
            <a:rect r="r" b="b" t="t" l="l"/>
            <a:pathLst>
              <a:path h="10287000" w="18278283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92469"/>
          </a:xfrm>
          <a:custGeom>
            <a:avLst/>
            <a:gdLst/>
            <a:ahLst/>
            <a:cxnLst/>
            <a:rect r="r" b="b" t="t" l="l"/>
            <a:pathLst>
              <a:path h="10292469" w="18288000">
                <a:moveTo>
                  <a:pt x="0" y="0"/>
                </a:moveTo>
                <a:lnTo>
                  <a:pt x="18288000" y="0"/>
                </a:lnTo>
                <a:lnTo>
                  <a:pt x="18288000" y="10292469"/>
                </a:lnTo>
                <a:lnTo>
                  <a:pt x="0" y="10292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210" y="-77861"/>
            <a:ext cx="18426420" cy="10364861"/>
          </a:xfrm>
          <a:custGeom>
            <a:avLst/>
            <a:gdLst/>
            <a:ahLst/>
            <a:cxnLst/>
            <a:rect r="r" b="b" t="t" l="l"/>
            <a:pathLst>
              <a:path h="10364861" w="18426420">
                <a:moveTo>
                  <a:pt x="0" y="0"/>
                </a:moveTo>
                <a:lnTo>
                  <a:pt x="18426420" y="0"/>
                </a:lnTo>
                <a:lnTo>
                  <a:pt x="18426420" y="10364861"/>
                </a:lnTo>
                <a:lnTo>
                  <a:pt x="0" y="1036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78283" cy="10287000"/>
          </a:xfrm>
          <a:custGeom>
            <a:avLst/>
            <a:gdLst/>
            <a:ahLst/>
            <a:cxnLst/>
            <a:rect r="r" b="b" t="t" l="l"/>
            <a:pathLst>
              <a:path h="10287000" w="18278283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DAHU6XQ__OI</dc:identifier>
  <dcterms:modified xsi:type="dcterms:W3CDTF">2011-08-01T06:04:30Z</dcterms:modified>
  <cp:revision>1</cp:revision>
</cp:coreProperties>
</file>